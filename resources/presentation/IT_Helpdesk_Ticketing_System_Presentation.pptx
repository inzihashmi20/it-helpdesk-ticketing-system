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IT Helpdesk Ticketing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BFDBFE"/>
                </a:solidFill>
              </a:defRPr>
            </a:pPr>
            <a:r>
              <a:t>Full-Stack Support Ticket Management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8404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TechOx • 4-Week Internship Project</a:t>
            </a:r>
            <a:br/>
            <a:r>
              <a:t>Developed by Md Inzamam Hashmi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61111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IT Helpdesk Ticketing System • TechOx Internship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A centralized system for internal IT support requests.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Employees can create, view, edit and delete their own support tickets.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Administrators can manage users and access all tickets.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Tickets support priorities and lifecycle statuses.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Ticket conversations allow administrators to communicate updates.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JWT authentication and role-based authorization protect the application.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Dashboard APIs provide ticket and user statistics.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61111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IT Helpdesk Ticketing System • TechOx Internship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Frontend: React + Vite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Backend: Java + Spring Boot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Persistence: Spring Data JPA / Hibernate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Security: Spring Security + JWT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API communication: Axios / REST APIs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Build tools: Maven and npm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61111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IT Helpdesk Ticketing System • TechOx Internship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Separation of concerns between client, API and persistence.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React Frontend → Pages, reusable components, routing and API services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Spring Boot REST API → Controllers, services, DTOs and security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JPA Data Layer → Entities, repositories and relational database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Authentication flows through Spring Security and JWT.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Business rules such as ticket ownership are enforced in the service layer.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61111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IT Helpdesk Ticketing System • TechOx Internship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Authentication &amp;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Login is authenticated through Spring Security.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A JWT is generated after successful login and attached to protected API requests.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The frontend uses an Axios interceptor to send the JWT.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ADMIN and EMPLOYEE roles control protected operations.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Employees are restricted to their own tickets.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Administrators can access all tickets and manage ticket status and conversations.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Authenticated users can change their own password.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61111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IT Helpdesk Ticketing System • TechOx Internship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Ticket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Create tickets with title, description and priority.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Priorities: LOW, MEDIUM and HIGH.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Statuses: OPEN, IN_PROGRESS and CLOSED.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Employees manage their own tickets.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Administrators can view all tickets and update ticket status.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Created and updated timestamps are maintained.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Associated messages are removed before deleting a ticket.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61111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IT Helpdesk Ticketing System • TechOx Internship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Ticket Conversations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Separate TicketMessage records store conversation history.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Each message is linked to a ticket and its author.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Messages are returned in chronological order.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Administrators can send messages to employees.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Status changes can generate automatic informational messages.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Message records are deleted before their parent ticket to respect foreign keys.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61111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IT Helpdesk Ticketing System • TechOx Internship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User Management &amp;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Administrators can create, view, update and delete users.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Roles distinguish ADMIN and EMPLOYEE access.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Passwords are stored using PasswordEncoder rather than plain text.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Profile editing updates name and email without changing role.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Users can change their own password from Settings.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Deleting a user safely removes dependent tickets and messages first.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61111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IT Helpdesk Ticketing System • TechOx Internship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Dashboard &amp;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Dashboard statistics summarize ticket activity.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React pages cover login, dashboard, tickets, users and settings.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Reusable components handle layouts, forms, navigation and confirmations.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Toast notifications provide action feedback.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Protected routes prevent unauthenticated access.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Form validation and a 200-word ticket description limit improve data quality.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61111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IT Helpdesk Ticketing System • TechOx Internship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Demo Flow &amp; Key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1. Login as ADMIN and show the Dashboard.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2. Show user management and create/view an employee.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3. Login as EMPLOYEE and create a ticket.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4. Open the ticket and demonstrate ticket details.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5. Return as ADMIN, update status and send a message.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6. Show the automatic status message in the conversation.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7. Open Settings and demonstrate password change.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8. Logout and verify protected routes require authentication.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61111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IT Helpdesk Ticketing System • TechOx Internship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Submission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GitHub repository containing the complete source code.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Dedicated resources/ folder containing supporting files.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README with overview, prerequisites, setup, run instructions and assumptions.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Project presentation explaining architecture and features with screenshots.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Screen-recorded demo showing the running application and key functionality.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Final submission email containing the GitHub link, presentation and demo video.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61111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IT Helpdesk Ticketing System • TechOx Internship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IT Helpdesk Ticketing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61111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IT Helpdesk Ticketing System • TechOx Internship •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